
<file path=[Content_Types].xml><?xml version="1.0" encoding="utf-8"?>
<Types xmlns="http://schemas.openxmlformats.org/package/2006/content-types">
  <Default Extension="png" ContentType="image/png"/>
  <Default Extension="jpe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sldIdLst>
    <p:sldId id="257" r:id="rId2"/>
    <p:sldId id="264" r:id="rId3"/>
    <p:sldId id="271" r:id="rId4"/>
    <p:sldId id="272" r:id="rId5"/>
    <p:sldId id="273" r:id="rId6"/>
    <p:sldId id="27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64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2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79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75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4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36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38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016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678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2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631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E2371BB-D3D4-4B7A-A5BF-4EC228E987D9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9F6E28B-5ADE-4FED-9057-6FEA904C17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556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02568" y="408488"/>
            <a:ext cx="7780421" cy="311216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Планировщик задач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82022" y="5057506"/>
            <a:ext cx="5601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900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Гринев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Данил Олегович</a:t>
            </a:r>
          </a:p>
          <a:p>
            <a:pPr marL="36900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Обучающийся 223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СА/1 группы</a:t>
            </a:r>
          </a:p>
          <a:p>
            <a:pPr marL="36900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Яковенко Роман Сергеевич</a:t>
            </a:r>
            <a:endParaRPr lang="ru-RU" dirty="0">
              <a:solidFill>
                <a:schemeClr val="bg1"/>
              </a:solidFill>
              <a:latin typeface="Franklin Gothic Demi" panose="020B0703020102020204" pitchFamily="34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69430" y="717884"/>
            <a:ext cx="8646695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Бюджетное учреждение профессионального образования Ханты-Мансийского автономного округа-Югры «Нижневартовский социально-гуманитарный колледж»</a:t>
            </a:r>
            <a:endParaRPr lang="ru-RU" sz="1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444752" y="62578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900"/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Нижневартовск 2025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9" y="295416"/>
            <a:ext cx="1826361" cy="182636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3709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716227"/>
            <a:ext cx="7668126" cy="15153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заключается </a:t>
            </a:r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планировщик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задач, который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эффективно работать и будет удобен любому пользователю в усвоении.</a:t>
            </a:r>
            <a:endParaRPr lang="ru-RU" sz="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69430" y="131489"/>
            <a:ext cx="8646695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</a:t>
            </a:r>
            <a:endParaRPr lang="ru-RU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126" y="2550695"/>
            <a:ext cx="4098423" cy="409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32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630906" y="849955"/>
            <a:ext cx="7251031" cy="1515392"/>
          </a:xfrm>
        </p:spPr>
        <p:txBody>
          <a:bodyPr>
            <a:normAutofit/>
          </a:bodyPr>
          <a:lstStyle/>
          <a:p>
            <a:pPr algn="ctr"/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33073" y="131489"/>
            <a:ext cx="8646695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</a:t>
            </a:r>
            <a:endParaRPr lang="ru-RU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3083813"/>
            <a:ext cx="4835398" cy="9564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 smtClean="0"/>
              <a:t>1.Рассказать</a:t>
            </a:r>
            <a:r>
              <a:rPr lang="en-US" b="1" dirty="0"/>
              <a:t> </a:t>
            </a:r>
            <a:r>
              <a:rPr lang="ru-RU" b="1" dirty="0" smtClean="0"/>
              <a:t>про его возможности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356602" y="3083813"/>
            <a:ext cx="4835398" cy="9564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 smtClean="0"/>
              <a:t>2</a:t>
            </a:r>
            <a:r>
              <a:rPr lang="ru-RU" b="1" dirty="0" smtClean="0"/>
              <a:t>. Разработать интерфейс для добавления, просмотра и удаления задач в реальном времени.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838721" y="5221786"/>
            <a:ext cx="4835398" cy="95649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b="1" dirty="0"/>
              <a:t>3</a:t>
            </a:r>
            <a:r>
              <a:rPr lang="ru-RU" b="1" dirty="0" smtClean="0"/>
              <a:t>. </a:t>
            </a:r>
            <a:r>
              <a:rPr lang="ru-RU" b="1" dirty="0" smtClean="0"/>
              <a:t>Создать механизм запуска функций через строго заданные интервалы времени.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4300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67261" y="1421164"/>
            <a:ext cx="7251031" cy="1515392"/>
          </a:xfrm>
        </p:spPr>
        <p:txBody>
          <a:bodyPr>
            <a:normAutofit/>
          </a:bodyPr>
          <a:lstStyle/>
          <a:p>
            <a:pPr algn="ctr"/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963922" y="547275"/>
            <a:ext cx="8646695" cy="718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4000" b="1" kern="100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Возможности</a:t>
            </a:r>
            <a:endParaRPr lang="ru-RU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686304"/>
            <a:ext cx="5275385" cy="14197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Изоляция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Сбой одного модуля не вызывает «эффекта домино» и не обрушивает всё приложение.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995746" y="2686304"/>
            <a:ext cx="5196254" cy="14197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Ресурсоэффективность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модуля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threading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multiprocessing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всем задачам работать в едином адресном пространстве памяти, что значительно снижает накладные расходы на RAM.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49576" y="4357119"/>
            <a:ext cx="5275385" cy="174501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Стабильность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не может вывести программу из строя случайной опечаткой или вводом неверной команды. Система выдаст предупреждение и продолжит работу, ожидая корректного ввода.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29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856974" y="820892"/>
            <a:ext cx="7251031" cy="1515392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 smtClean="0">
                <a:solidFill>
                  <a:schemeClr val="bg1"/>
                </a:solidFill>
              </a:rPr>
              <a:t>Выбор действий 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69430" y="131489"/>
            <a:ext cx="8646695" cy="595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3200" kern="100" dirty="0" smtClean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Демонстрация</a:t>
            </a:r>
            <a:endParaRPr lang="ru-RU" sz="32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0" y="2373665"/>
            <a:ext cx="5300425" cy="181634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994" y="2532185"/>
            <a:ext cx="2724150" cy="22860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7860624" y="2048580"/>
            <a:ext cx="1592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Файл с логами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20" y="2761004"/>
            <a:ext cx="6480298" cy="8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6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02568" y="408488"/>
            <a:ext cx="7780421" cy="3112167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Планировщик задач</a:t>
            </a:r>
            <a:endParaRPr lang="ru-RU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82022" y="5057506"/>
            <a:ext cx="5601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900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Гринев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Данил Олегович</a:t>
            </a:r>
          </a:p>
          <a:p>
            <a:pPr marL="36900"/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Обучающийся 223 </a:t>
            </a: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СА/1 группы</a:t>
            </a:r>
          </a:p>
          <a:p>
            <a:pPr marL="36900"/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Яковенко Роман Сергеевич</a:t>
            </a:r>
            <a:endParaRPr lang="ru-RU" dirty="0">
              <a:solidFill>
                <a:schemeClr val="bg1"/>
              </a:solidFill>
              <a:latin typeface="Franklin Gothic Demi" panose="020B0703020102020204" pitchFamily="34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69430" y="717884"/>
            <a:ext cx="8646695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Бюджетное учреждение профессионального образования Ханты-Мансийского автономного округа-Югры «Нижневартовский социально-гуманитарный колледж»</a:t>
            </a:r>
            <a:endParaRPr lang="ru-RU" sz="1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444752" y="62578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900"/>
            <a:r>
              <a:rPr lang="ru-RU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Нижневартовск 2025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69" y="295416"/>
            <a:ext cx="1826361" cy="182636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41767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Метрополия">
  <a:themeElements>
    <a:clrScheme name="Метрополия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Метрополи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Метрополи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Метрополия</Template>
  <TotalTime>520</TotalTime>
  <Words>123</Words>
  <Application>Microsoft Office PowerPoint</Application>
  <PresentationFormat>Широкоэкранный</PresentationFormat>
  <Paragraphs>25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Franklin Gothic Demi</vt:lpstr>
      <vt:lpstr>Times New Roman</vt:lpstr>
      <vt:lpstr>Метрополия</vt:lpstr>
      <vt:lpstr>Планировщик задач</vt:lpstr>
      <vt:lpstr>Цель работы заключается : Разработать планировщик задач, который будет эффективно работать и будет удобен любому пользователю в усвоении.</vt:lpstr>
      <vt:lpstr>Презентация PowerPoint</vt:lpstr>
      <vt:lpstr>Презентация PowerPoint</vt:lpstr>
      <vt:lpstr>Выбор действий </vt:lpstr>
      <vt:lpstr>Планировщик задач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чувак шипотун</dc:creator>
  <cp:lastModifiedBy>чувак шипотун</cp:lastModifiedBy>
  <cp:revision>11</cp:revision>
  <dcterms:created xsi:type="dcterms:W3CDTF">2025-12-21T10:20:34Z</dcterms:created>
  <dcterms:modified xsi:type="dcterms:W3CDTF">2025-12-21T19:01:09Z</dcterms:modified>
</cp:coreProperties>
</file>